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8b655aecff4d37" /><Relationship Type="http://schemas.openxmlformats.org/officeDocument/2006/relationships/extended-properties" Target="/docProps/app.xml" Id="R043ec17d844244dd" /><Relationship Type="http://schemas.openxmlformats.org/officeDocument/2006/relationships/officeDocument" Target="/ppt/presentation.xml" Id="R4a1c8355aff940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39ae18d0d2452f"/>
  </p:sldMasterIdLst>
  <p:notesMasterIdLst>
    <p:notesMasterId xmlns:r="http://schemas.openxmlformats.org/officeDocument/2006/relationships" r:id="R510359fbb6394b0d"/>
  </p:notesMasterIdLst>
  <p:sldIdLst>
    <p:sldId xmlns:r="http://schemas.openxmlformats.org/officeDocument/2006/relationships" id="256" r:id="R5784d2e9f6f14e03"/>
  </p:sldIdLst>
  <p:sldSz cx="9906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8cb45ba6994280" /><Relationship Type="http://schemas.openxmlformats.org/officeDocument/2006/relationships/slideMaster" Target="/ppt/slideMasters/slideMaster1.xml" Id="R1239ae18d0d2452f" /><Relationship Type="http://schemas.openxmlformats.org/officeDocument/2006/relationships/notesMaster" Target="/ppt/notesMasters/notesMaster1.xml" Id="R510359fbb6394b0d" /><Relationship Type="http://schemas.openxmlformats.org/officeDocument/2006/relationships/presProps" Target="/ppt/presProps.xml" Id="Rf1b8c4ac1f134a4d" /><Relationship Type="http://schemas.openxmlformats.org/officeDocument/2006/relationships/viewProps" Target="/ppt/viewProps.xml" Id="R67b07a94f2304206" /><Relationship Type="http://schemas.openxmlformats.org/officeDocument/2006/relationships/tableStyles" Target="/ppt/tableStyles.xml" Id="R0294183c1b0a4d67" /><Relationship Type="http://schemas.openxmlformats.org/officeDocument/2006/relationships/slide" Target="/ppt/slides/slide1.xml" Id="R5784d2e9f6f14e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1250ca66ee40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a126e78ddc47f7" /><Relationship Type="http://schemas.openxmlformats.org/officeDocument/2006/relationships/notesMaster" Target="/ppt/notesMasters/notesMaster1.xml" Id="R9d4465192ff542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da203dc6543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3582f1a0a4c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72abcd5f24b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4b8ec55f54f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d391ba50940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fb566725943f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ec20f743b4a8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42aa17b054af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7f0f0a130430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0ee34348145e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7524c51c44d5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5dc9dbf36d431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A0D4A6-DCD7-4A97-9AD2-2BB5B1F3AB9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42950" y="1122363"/>
            <a:ext cx="84201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3F01DE-24F7-4157-83F9-59820D5400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38250" y="3602038"/>
            <a:ext cx="74295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2A9D72-9E1D-4C56-9D77-C8269608CF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1A7FC9-1244-4A49-8B55-4940CEA28A1E}" type="datetimeFigureOut">
              <a:t>04-08-2026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F6548FC-A350-4094-848F-92E6B4F540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280A0B-0C8F-4474-BE20-B7FA739246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331ABF-268B-427E-9D77-A0D2BDA5BB39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E78CC8-421E-4CC6-B7BC-7037E38E2F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1714B66-BDBB-4D67-9018-CF2E9E8017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214F6F-6975-4042-B006-DFA073C030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1A7FC9-1244-4A49-8B55-4940CEA28A1E}" type="datetimeFigureOut">
              <a:t>04-08-2026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78B1F1-DB71-4E8A-A836-66520D75DA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2B94571-4707-445D-B276-2D5A9F2185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331ABF-268B-427E-9D77-A0D2BDA5BB39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ED9347B-7D84-4D38-BF05-9DB9E587CC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5879" y="1709740"/>
            <a:ext cx="8543925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142966-2A8E-49F2-9031-D500A2B003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879" y="4589465"/>
            <a:ext cx="8543925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612B4F8-2A31-4781-9113-B6D1E8505D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1A7FC9-1244-4A49-8B55-4940CEA28A1E}" type="datetimeFigureOut">
              <a:t>04-08-2026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9795B5-12A6-48F3-9EF9-836808DD6A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6DCCA6-5E4B-45A0-9D4A-142B760A5B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331ABF-268B-427E-9D77-A0D2BDA5BB39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30E058-28B8-4BBB-8826-7485856766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A73A945-C722-489C-AED1-EA71A87C8C6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1038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4C59F24-E2F6-4859-94F8-3821E2CD023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14913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AB8AA61-3F89-4A68-BF3C-F5196B6C21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1A7FC9-1244-4A49-8B55-4940CEA28A1E}" type="datetimeFigureOut">
              <a:t>04-08-2026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E2F3B90-CC67-4166-8E02-2608F39382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E56F3E7-B48A-46B8-8132-770895A9F0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331ABF-268B-427E-9D77-A0D2BDA5BB39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B658DF-8D82-4757-998F-BDD1D590E2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365127"/>
            <a:ext cx="8543925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7CE853-ED45-4F40-9521-079047F697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2329" y="1681163"/>
            <a:ext cx="4190702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30CAC33-EC39-439B-A806-4EF828AE68D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82329" y="2505075"/>
            <a:ext cx="4190702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70C933B-3501-4D08-BA2A-2BE09B3B141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14913" y="1681163"/>
            <a:ext cx="4211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253FCC0-A57C-4A53-91AC-6D3999ED0AA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14913" y="2505075"/>
            <a:ext cx="4211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1D1CF54-F0A4-413C-9058-980E9D2590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1A7FC9-1244-4A49-8B55-4940CEA28A1E}" type="datetimeFigureOut">
              <a:t>04-08-2026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242C579-F019-43AE-81AB-161A0A93F8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8C2B5FE-21EA-43BA-ACDA-0C974A1A70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331ABF-268B-427E-9D77-A0D2BDA5BB39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520F6D-F11C-4600-9B85-ABA58A45AC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717DD8A-590E-4FE7-8470-8738839BC7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1A7FC9-1244-4A49-8B55-4940CEA28A1E}" type="datetimeFigureOut">
              <a:t>04-08-2026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A951E1D-5C1C-4CCA-99A6-5547C58D5F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DF92058-6F15-4F93-9328-AEFAAB95F0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331ABF-268B-427E-9D77-A0D2BDA5BB39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88F3184-1FA6-46A2-9381-AE70DAC39F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1A7FC9-1244-4A49-8B55-4940CEA28A1E}" type="datetimeFigureOut">
              <a:t>04-08-2026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A9A4074-D36B-481E-891E-0E85D87633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4AF29AE-3474-45D1-93E1-34B2C3D643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331ABF-268B-427E-9D77-A0D2BDA5BB39}" type="slidenum">
              <a:t>‹#›</a:t>
            </a:fld>
          </a:p>
        </p:txBody>
      </p:sp>
      <p:sp>
        <p:nvSpPr>
          <p:cNvPr id="5" name="Freeform: Shape 4">
            <a:extLst xmlns:a="http://schemas.openxmlformats.org/drawingml/2006/main">
              <a:ext uri="{FF2B5EF4-FFF2-40B4-BE49-F238E27FC236}">
                <a16:creationId xmlns:a16="http://schemas.microsoft.com/office/drawing/2014/main" id="{772E01C2-80C8-438A-918A-0D8A35EC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521" y="1"/>
            <a:ext cx="4631486" cy="2851475"/>
          </a:xfrm>
          <a:custGeom xmlns:a="http://schemas.openxmlformats.org/drawingml/2006/main">
            <a:rect l="l" t="t" r="r" b="b"/>
            <a:pathLst>
              <a:path w="5700291" h="2851475">
                <a:moveTo>
                  <a:pt x="5700292" y="886"/>
                </a:moveTo>
                <a:lnTo>
                  <a:pt x="5700292" y="3190"/>
                </a:lnTo>
                <a:lnTo>
                  <a:pt x="3426342" y="2276785"/>
                </a:lnTo>
                <a:lnTo>
                  <a:pt x="3352800" y="2350504"/>
                </a:lnTo>
                <a:lnTo>
                  <a:pt x="2851652" y="2851475"/>
                </a:lnTo>
                <a:lnTo>
                  <a:pt x="0" y="0"/>
                </a:lnTo>
                <a:lnTo>
                  <a:pt x="4848092" y="0"/>
                </a:lnTo>
                <a:lnTo>
                  <a:pt x="4847206" y="886"/>
                </a:lnTo>
                <a:lnTo>
                  <a:pt x="5700292" y="886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 w="17721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Freeform: Shape 5">
            <a:extLst xmlns:a="http://schemas.openxmlformats.org/drawingml/2006/main">
              <a:ext uri="{FF2B5EF4-FFF2-40B4-BE49-F238E27FC236}">
                <a16:creationId xmlns:a16="http://schemas.microsoft.com/office/drawing/2014/main" id="{1EB0E3EF-287F-4870-833A-1D4769CF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993" y="886"/>
            <a:ext cx="2195014" cy="3534616"/>
          </a:xfrm>
          <a:custGeom xmlns:a="http://schemas.openxmlformats.org/drawingml/2006/main">
            <a:rect l="l" t="t" r="r" b="b"/>
            <a:pathLst>
              <a:path w="2701556" h="3534616">
                <a:moveTo>
                  <a:pt x="2701556" y="0"/>
                </a:moveTo>
                <a:lnTo>
                  <a:pt x="2701556" y="153818"/>
                </a:lnTo>
                <a:lnTo>
                  <a:pt x="1006726" y="1848470"/>
                </a:lnTo>
                <a:lnTo>
                  <a:pt x="2189598" y="3031343"/>
                </a:lnTo>
                <a:lnTo>
                  <a:pt x="2116057" y="3104707"/>
                </a:lnTo>
                <a:lnTo>
                  <a:pt x="1686147" y="3534617"/>
                </a:lnTo>
                <a:lnTo>
                  <a:pt x="427606" y="2275899"/>
                </a:lnTo>
                <a:lnTo>
                  <a:pt x="0" y="1848470"/>
                </a:lnTo>
                <a:lnTo>
                  <a:pt x="1848470" y="0"/>
                </a:lnTo>
                <a:lnTo>
                  <a:pt x="2701556" y="0"/>
                </a:lnTo>
                <a:close/>
              </a:path>
            </a:pathLst>
          </a:custGeom>
          <a:solidFill xmlns:a="http://schemas.openxmlformats.org/drawingml/2006/main">
            <a:srgbClr val="F1F1F2"/>
          </a:solidFill>
          <a:ln xmlns:a="http://schemas.openxmlformats.org/drawingml/2006/main" w="17721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Freeform: Shape 6">
            <a:extLst xmlns:a="http://schemas.openxmlformats.org/drawingml/2006/main">
              <a:ext uri="{FF2B5EF4-FFF2-40B4-BE49-F238E27FC236}">
                <a16:creationId xmlns:a16="http://schemas.microsoft.com/office/drawing/2014/main" id="{F00462F8-C93D-46B0-8F66-D248D90C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950" y="2576446"/>
            <a:ext cx="897730" cy="1104368"/>
          </a:xfrm>
          <a:custGeom xmlns:a="http://schemas.openxmlformats.org/drawingml/2006/main">
            <a:rect l="l" t="t" r="r" b="b"/>
            <a:pathLst>
              <a:path w="1104899" h="1104368">
                <a:moveTo>
                  <a:pt x="19515" y="-80"/>
                </a:moveTo>
                <a:lnTo>
                  <a:pt x="-332" y="19591"/>
                </a:lnTo>
                <a:lnTo>
                  <a:pt x="1084366" y="1104289"/>
                </a:lnTo>
                <a:lnTo>
                  <a:pt x="1104567" y="1084087"/>
                </a:lnTo>
                <a:close/>
              </a:path>
            </a:pathLst>
          </a:custGeom>
          <a:solidFill xmlns:a="http://schemas.openxmlformats.org/drawingml/2006/main">
            <a:srgbClr val="FFCB4E"/>
          </a:solidFill>
          <a:ln xmlns:a="http://schemas.openxmlformats.org/drawingml/2006/main" w="17721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Freeform: Shape 7">
            <a:extLst xmlns:a="http://schemas.openxmlformats.org/drawingml/2006/main">
              <a:ext uri="{FF2B5EF4-FFF2-40B4-BE49-F238E27FC236}">
                <a16:creationId xmlns:a16="http://schemas.microsoft.com/office/drawing/2014/main" id="{BACBC597-EDE3-4AE0-9688-93CD7F2C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05" y="2576091"/>
            <a:ext cx="78614" cy="96756"/>
          </a:xfrm>
          <a:custGeom xmlns:a="http://schemas.openxmlformats.org/drawingml/2006/main">
            <a:rect l="l" t="t" r="r" b="b"/>
            <a:pathLst>
              <a:path w="96756" h="96756">
                <a:moveTo>
                  <a:pt x="96756" y="48378"/>
                </a:moveTo>
                <a:cubicBezTo>
                  <a:pt x="96756" y="75097"/>
                  <a:pt x="75096" y="96756"/>
                  <a:pt x="48378" y="96756"/>
                </a:cubicBezTo>
                <a:cubicBezTo>
                  <a:pt x="21660" y="96756"/>
                  <a:pt x="1" y="75097"/>
                  <a:pt x="1" y="48378"/>
                </a:cubicBezTo>
                <a:cubicBezTo>
                  <a:pt x="1" y="21660"/>
                  <a:pt x="21661" y="0"/>
                  <a:pt x="48378" y="0"/>
                </a:cubicBezTo>
                <a:cubicBezTo>
                  <a:pt x="75097" y="0"/>
                  <a:pt x="96756" y="21660"/>
                  <a:pt x="96756" y="4837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100">
            <a:solidFill>
              <a:srgbClr val="FFCB4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Freeform: Shape 8">
            <a:extLst xmlns:a="http://schemas.openxmlformats.org/drawingml/2006/main">
              <a:ext uri="{FF2B5EF4-FFF2-40B4-BE49-F238E27FC236}">
                <a16:creationId xmlns:a16="http://schemas.microsoft.com/office/drawing/2014/main" id="{A662A06C-4861-4FF0-B58E-2DFA3C94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464" y="3604082"/>
            <a:ext cx="78614" cy="96756"/>
          </a:xfrm>
          <a:custGeom xmlns:a="http://schemas.openxmlformats.org/drawingml/2006/main">
            <a:rect l="l" t="t" r="r" b="b"/>
            <a:pathLst>
              <a:path w="96756" h="96756">
                <a:moveTo>
                  <a:pt x="96757" y="48378"/>
                </a:moveTo>
                <a:cubicBezTo>
                  <a:pt x="96757" y="75097"/>
                  <a:pt x="75096" y="96756"/>
                  <a:pt x="48379" y="96756"/>
                </a:cubicBezTo>
                <a:cubicBezTo>
                  <a:pt x="21660" y="96756"/>
                  <a:pt x="1" y="75097"/>
                  <a:pt x="1" y="48378"/>
                </a:cubicBezTo>
                <a:cubicBezTo>
                  <a:pt x="1" y="21660"/>
                  <a:pt x="21661" y="0"/>
                  <a:pt x="48379" y="0"/>
                </a:cubicBezTo>
                <a:cubicBezTo>
                  <a:pt x="75098" y="0"/>
                  <a:pt x="96757" y="21660"/>
                  <a:pt x="96757" y="4837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100">
            <a:solidFill>
              <a:srgbClr val="FFCB4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Freeform: Shape 9">
            <a:extLst xmlns:a="http://schemas.openxmlformats.org/drawingml/2006/main">
              <a:ext uri="{FF2B5EF4-FFF2-40B4-BE49-F238E27FC236}">
                <a16:creationId xmlns:a16="http://schemas.microsoft.com/office/drawing/2014/main" id="{AC4FD3E3-0E8B-4CE4-9BDE-DBD226AF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489" y="1"/>
            <a:ext cx="2316966" cy="4700831"/>
          </a:xfrm>
          <a:custGeom xmlns:a="http://schemas.openxmlformats.org/drawingml/2006/main">
            <a:rect l="l" t="t" r="r" b="b"/>
            <a:pathLst>
              <a:path w="2851651" h="4700831">
                <a:moveTo>
                  <a:pt x="2851652" y="3694105"/>
                </a:moveTo>
                <a:lnTo>
                  <a:pt x="2851652" y="4700831"/>
                </a:lnTo>
                <a:lnTo>
                  <a:pt x="2848640" y="4697819"/>
                </a:lnTo>
                <a:lnTo>
                  <a:pt x="501147" y="2350504"/>
                </a:lnTo>
                <a:lnTo>
                  <a:pt x="0" y="1849356"/>
                </a:lnTo>
                <a:lnTo>
                  <a:pt x="1848648" y="886"/>
                </a:lnTo>
                <a:lnTo>
                  <a:pt x="1849356" y="0"/>
                </a:lnTo>
                <a:lnTo>
                  <a:pt x="1996440" y="0"/>
                </a:lnTo>
                <a:lnTo>
                  <a:pt x="1995554" y="886"/>
                </a:lnTo>
                <a:lnTo>
                  <a:pt x="2848640" y="886"/>
                </a:lnTo>
                <a:lnTo>
                  <a:pt x="2848640" y="7620"/>
                </a:lnTo>
                <a:lnTo>
                  <a:pt x="1006726" y="1849356"/>
                </a:lnTo>
                <a:lnTo>
                  <a:pt x="2263141" y="3105593"/>
                </a:lnTo>
                <a:lnTo>
                  <a:pt x="2851652" y="3694105"/>
                </a:lnTo>
                <a:close/>
              </a:path>
            </a:pathLst>
          </a:custGeom>
          <a:solidFill xmlns:a="http://schemas.openxmlformats.org/drawingml/2006/main">
            <a:srgbClr val="FFCB4E"/>
          </a:solidFill>
          <a:ln xmlns:a="http://schemas.openxmlformats.org/drawingml/2006/main" w="17721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Freeform: Shape 11">
            <a:extLst xmlns:a="http://schemas.openxmlformats.org/drawingml/2006/main">
              <a:ext uri="{FF2B5EF4-FFF2-40B4-BE49-F238E27FC236}">
                <a16:creationId xmlns:a16="http://schemas.microsoft.com/office/drawing/2014/main" id="{6E63E09B-0B7F-429F-B5C1-0086EEE5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597655"/>
            <a:ext cx="2271650" cy="1260345"/>
          </a:xfrm>
          <a:custGeom xmlns:a="http://schemas.openxmlformats.org/drawingml/2006/main">
            <a:rect l="l" t="t" r="r" b="b"/>
            <a:pathLst>
              <a:path w="4244162" h="2128815">
                <a:moveTo>
                  <a:pt x="4244163" y="2128816"/>
                </a:moveTo>
                <a:lnTo>
                  <a:pt x="0" y="2128816"/>
                </a:lnTo>
                <a:lnTo>
                  <a:pt x="0" y="2115171"/>
                </a:lnTo>
                <a:lnTo>
                  <a:pt x="1686324" y="428847"/>
                </a:lnTo>
                <a:lnTo>
                  <a:pt x="2115348" y="0"/>
                </a:lnTo>
                <a:lnTo>
                  <a:pt x="4244163" y="2128816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 w="17721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Freeform: Shape 12">
            <a:extLst xmlns:a="http://schemas.openxmlformats.org/drawingml/2006/main">
              <a:ext uri="{FF2B5EF4-FFF2-40B4-BE49-F238E27FC236}">
                <a16:creationId xmlns:a16="http://schemas.microsoft.com/office/drawing/2014/main" id="{1DA0BFC6-45C9-4BDF-A37B-3187DC62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295290"/>
            <a:ext cx="1073413" cy="1562711"/>
          </a:xfrm>
          <a:custGeom xmlns:a="http://schemas.openxmlformats.org/drawingml/2006/main">
            <a:rect l="l" t="t" r="r" b="b"/>
            <a:pathLst>
              <a:path w="2005477" h="2639532">
                <a:moveTo>
                  <a:pt x="2005478" y="1258718"/>
                </a:moveTo>
                <a:lnTo>
                  <a:pt x="624663" y="2639532"/>
                </a:lnTo>
                <a:lnTo>
                  <a:pt x="0" y="2639532"/>
                </a:lnTo>
                <a:lnTo>
                  <a:pt x="0" y="2512651"/>
                </a:lnTo>
                <a:lnTo>
                  <a:pt x="1253933" y="1258718"/>
                </a:lnTo>
                <a:lnTo>
                  <a:pt x="370722" y="375683"/>
                </a:lnTo>
                <a:lnTo>
                  <a:pt x="425657" y="320749"/>
                </a:lnTo>
                <a:lnTo>
                  <a:pt x="746583" y="0"/>
                </a:lnTo>
                <a:lnTo>
                  <a:pt x="1686324" y="939564"/>
                </a:lnTo>
                <a:lnTo>
                  <a:pt x="2005478" y="1258718"/>
                </a:lnTo>
                <a:close/>
              </a:path>
            </a:pathLst>
          </a:custGeom>
          <a:solidFill xmlns:a="http://schemas.openxmlformats.org/drawingml/2006/main">
            <a:srgbClr val="F1F1F2"/>
          </a:solidFill>
          <a:ln xmlns:a="http://schemas.openxmlformats.org/drawingml/2006/main" w="17721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Freeform: Shape 13">
            <a:extLst xmlns:a="http://schemas.openxmlformats.org/drawingml/2006/main">
              <a:ext uri="{FF2B5EF4-FFF2-40B4-BE49-F238E27FC236}">
                <a16:creationId xmlns:a16="http://schemas.microsoft.com/office/drawing/2014/main" id="{78377DD6-EEDD-499E-AF34-C5C09946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975" y="5231292"/>
            <a:ext cx="441525" cy="488275"/>
          </a:xfrm>
          <a:custGeom xmlns:a="http://schemas.openxmlformats.org/drawingml/2006/main">
            <a:rect l="l" t="t" r="r" b="b"/>
            <a:pathLst>
              <a:path w="824909" h="824732">
                <a:moveTo>
                  <a:pt x="771414" y="756604"/>
                </a:moveTo>
                <a:lnTo>
                  <a:pt x="53540" y="38907"/>
                </a:lnTo>
                <a:lnTo>
                  <a:pt x="14553" y="-80"/>
                </a:lnTo>
                <a:lnTo>
                  <a:pt x="-332" y="14983"/>
                </a:lnTo>
                <a:lnTo>
                  <a:pt x="37945" y="53438"/>
                </a:lnTo>
                <a:lnTo>
                  <a:pt x="756352" y="771490"/>
                </a:lnTo>
                <a:lnTo>
                  <a:pt x="809514" y="824653"/>
                </a:lnTo>
                <a:lnTo>
                  <a:pt x="824577" y="809590"/>
                </a:lnTo>
                <a:close/>
              </a:path>
            </a:pathLst>
          </a:custGeom>
          <a:solidFill xmlns:a="http://schemas.openxmlformats.org/drawingml/2006/main">
            <a:srgbClr val="FFCB4E"/>
          </a:solidFill>
          <a:ln xmlns:a="http://schemas.openxmlformats.org/drawingml/2006/main" w="17721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Freeform: Shape 14">
            <a:extLst xmlns:a="http://schemas.openxmlformats.org/drawingml/2006/main">
              <a:ext uri="{FF2B5EF4-FFF2-40B4-BE49-F238E27FC236}">
                <a16:creationId xmlns:a16="http://schemas.microsoft.com/office/drawing/2014/main" id="{4971E1E9-632E-45EF-AC81-17D5EDCB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391026"/>
            <a:ext cx="605804" cy="1346271"/>
          </a:xfrm>
          <a:custGeom xmlns:a="http://schemas.openxmlformats.org/drawingml/2006/main">
            <a:rect l="l" t="t" r="r" b="b"/>
            <a:pathLst>
              <a:path w="1131835" h="2273949">
                <a:moveTo>
                  <a:pt x="1131836" y="1142114"/>
                </a:moveTo>
                <a:lnTo>
                  <a:pt x="801518" y="1472432"/>
                </a:lnTo>
                <a:lnTo>
                  <a:pt x="746583" y="1527367"/>
                </a:lnTo>
                <a:lnTo>
                  <a:pt x="425657" y="1848116"/>
                </a:lnTo>
                <a:lnTo>
                  <a:pt x="370722" y="1903051"/>
                </a:lnTo>
                <a:lnTo>
                  <a:pt x="0" y="2273950"/>
                </a:lnTo>
                <a:lnTo>
                  <a:pt x="0" y="1792118"/>
                </a:lnTo>
                <a:lnTo>
                  <a:pt x="129717" y="1662046"/>
                </a:lnTo>
                <a:lnTo>
                  <a:pt x="184475" y="1607111"/>
                </a:lnTo>
                <a:lnTo>
                  <a:pt x="505047" y="1285831"/>
                </a:lnTo>
                <a:lnTo>
                  <a:pt x="559804" y="1230718"/>
                </a:lnTo>
                <a:lnTo>
                  <a:pt x="648409" y="1142114"/>
                </a:lnTo>
                <a:lnTo>
                  <a:pt x="0" y="493882"/>
                </a:lnTo>
                <a:lnTo>
                  <a:pt x="0" y="0"/>
                </a:lnTo>
                <a:lnTo>
                  <a:pt x="1131836" y="1142114"/>
                </a:lnTo>
                <a:close/>
              </a:path>
            </a:pathLst>
          </a:custGeom>
          <a:solidFill xmlns:a="http://schemas.openxmlformats.org/drawingml/2006/main">
            <a:srgbClr val="F1F1F2"/>
          </a:solidFill>
          <a:ln xmlns:a="http://schemas.openxmlformats.org/drawingml/2006/main" w="17721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Freeform: Shape 15">
            <a:extLst xmlns:a="http://schemas.openxmlformats.org/drawingml/2006/main">
              <a:ext uri="{FF2B5EF4-FFF2-40B4-BE49-F238E27FC236}">
                <a16:creationId xmlns:a16="http://schemas.microsoft.com/office/drawing/2014/main" id="{B3835201-DE57-4E39-886F-0C9F7F13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707" y="5676552"/>
            <a:ext cx="38698" cy="42805"/>
          </a:xfrm>
          <a:custGeom xmlns:a="http://schemas.openxmlformats.org/drawingml/2006/main">
            <a:rect l="l" t="t" r="r" b="b"/>
            <a:pathLst>
              <a:path w="72301" h="72301">
                <a:moveTo>
                  <a:pt x="72301" y="36151"/>
                </a:moveTo>
                <a:cubicBezTo>
                  <a:pt x="72301" y="56116"/>
                  <a:pt x="56116" y="72302"/>
                  <a:pt x="36151" y="72302"/>
                </a:cubicBezTo>
                <a:cubicBezTo>
                  <a:pt x="16185" y="72302"/>
                  <a:pt x="0" y="56117"/>
                  <a:pt x="0" y="36151"/>
                </a:cubicBezTo>
                <a:cubicBezTo>
                  <a:pt x="0" y="16186"/>
                  <a:pt x="16185" y="0"/>
                  <a:pt x="36151" y="0"/>
                </a:cubicBezTo>
                <a:cubicBezTo>
                  <a:pt x="56116" y="0"/>
                  <a:pt x="72301" y="16185"/>
                  <a:pt x="72301" y="3615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100">
            <a:solidFill>
              <a:srgbClr val="FFCB4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Freeform: Shape 16">
            <a:extLst xmlns:a="http://schemas.openxmlformats.org/drawingml/2006/main">
              <a:ext uri="{FF2B5EF4-FFF2-40B4-BE49-F238E27FC236}">
                <a16:creationId xmlns:a16="http://schemas.microsoft.com/office/drawing/2014/main" id="{87F21FCF-9055-402E-A700-E65E836D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671" y="5222164"/>
            <a:ext cx="38698" cy="42805"/>
          </a:xfrm>
          <a:custGeom xmlns:a="http://schemas.openxmlformats.org/drawingml/2006/main">
            <a:rect l="l" t="t" r="r" b="b"/>
            <a:pathLst>
              <a:path w="72301" h="72301">
                <a:moveTo>
                  <a:pt x="72301" y="36150"/>
                </a:moveTo>
                <a:cubicBezTo>
                  <a:pt x="72301" y="56116"/>
                  <a:pt x="56116" y="72301"/>
                  <a:pt x="36151" y="72301"/>
                </a:cubicBezTo>
                <a:cubicBezTo>
                  <a:pt x="16185" y="72301"/>
                  <a:pt x="0" y="56116"/>
                  <a:pt x="0" y="36150"/>
                </a:cubicBezTo>
                <a:cubicBezTo>
                  <a:pt x="0" y="16185"/>
                  <a:pt x="16185" y="0"/>
                  <a:pt x="36151" y="0"/>
                </a:cubicBezTo>
                <a:cubicBezTo>
                  <a:pt x="56116" y="0"/>
                  <a:pt x="72301" y="16185"/>
                  <a:pt x="72301" y="3615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100">
            <a:solidFill>
              <a:srgbClr val="FFCB4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Freeform: Shape 17">
            <a:extLst xmlns:a="http://schemas.openxmlformats.org/drawingml/2006/main">
              <a:ext uri="{FF2B5EF4-FFF2-40B4-BE49-F238E27FC236}">
                <a16:creationId xmlns:a16="http://schemas.microsoft.com/office/drawing/2014/main" id="{4B1A48B0-FC68-4278-8B9B-0D45E1BB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788235"/>
            <a:ext cx="1132220" cy="2069766"/>
          </a:xfrm>
          <a:custGeom xmlns:a="http://schemas.openxmlformats.org/drawingml/2006/main">
            <a:rect l="l" t="t" r="r" b="b"/>
            <a:pathLst>
              <a:path w="2115347" h="3495985">
                <a:moveTo>
                  <a:pt x="2115348" y="2115171"/>
                </a:moveTo>
                <a:lnTo>
                  <a:pt x="734533" y="3495985"/>
                </a:lnTo>
                <a:lnTo>
                  <a:pt x="0" y="3495985"/>
                </a:lnTo>
                <a:lnTo>
                  <a:pt x="0" y="3478796"/>
                </a:lnTo>
                <a:lnTo>
                  <a:pt x="1363626" y="2115171"/>
                </a:lnTo>
                <a:lnTo>
                  <a:pt x="0" y="751545"/>
                </a:lnTo>
                <a:lnTo>
                  <a:pt x="0" y="0"/>
                </a:lnTo>
                <a:lnTo>
                  <a:pt x="559804" y="559804"/>
                </a:lnTo>
                <a:lnTo>
                  <a:pt x="801518" y="801518"/>
                </a:lnTo>
                <a:lnTo>
                  <a:pt x="1741259" y="1741082"/>
                </a:lnTo>
                <a:lnTo>
                  <a:pt x="2115348" y="2115171"/>
                </a:lnTo>
                <a:close/>
              </a:path>
            </a:pathLst>
          </a:custGeom>
          <a:solidFill xmlns:a="http://schemas.openxmlformats.org/drawingml/2006/main">
            <a:srgbClr val="FFCB4E"/>
          </a:solidFill>
          <a:ln xmlns:a="http://schemas.openxmlformats.org/drawingml/2006/main" w="17721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Freeform: Shape 18">
            <a:extLst xmlns:a="http://schemas.openxmlformats.org/drawingml/2006/main">
              <a:ext uri="{FF2B5EF4-FFF2-40B4-BE49-F238E27FC236}">
                <a16:creationId xmlns:a16="http://schemas.microsoft.com/office/drawing/2014/main" id="{E63E0ECF-87F2-49E0-A6A2-19748D4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2288" y="4885072"/>
            <a:ext cx="42483" cy="47001"/>
          </a:xfrm>
          <a:custGeom xmlns:a="http://schemas.openxmlformats.org/drawingml/2006/main">
            <a:rect l="l" t="t" r="r" b="b"/>
            <a:pathLst>
              <a:path w="79372" h="79389">
                <a:moveTo>
                  <a:pt x="39345" y="-80"/>
                </a:moveTo>
                <a:cubicBezTo>
                  <a:pt x="17424" y="-62"/>
                  <a:pt x="-332" y="17712"/>
                  <a:pt x="-332" y="39633"/>
                </a:cubicBezTo>
                <a:cubicBezTo>
                  <a:pt x="-332" y="47820"/>
                  <a:pt x="2202" y="55795"/>
                  <a:pt x="6916" y="62475"/>
                </a:cubicBezTo>
                <a:cubicBezTo>
                  <a:pt x="14358" y="73002"/>
                  <a:pt x="26444" y="79275"/>
                  <a:pt x="39345" y="79310"/>
                </a:cubicBezTo>
                <a:cubicBezTo>
                  <a:pt x="52423" y="79169"/>
                  <a:pt x="64579" y="72523"/>
                  <a:pt x="71774" y="61589"/>
                </a:cubicBezTo>
                <a:cubicBezTo>
                  <a:pt x="76222" y="55423"/>
                  <a:pt x="78738" y="48086"/>
                  <a:pt x="79040" y="40501"/>
                </a:cubicBezTo>
                <a:lnTo>
                  <a:pt x="79040" y="38907"/>
                </a:lnTo>
                <a:cubicBezTo>
                  <a:pt x="78649" y="17269"/>
                  <a:pt x="61000" y="-80"/>
                  <a:pt x="39345" y="-80"/>
                </a:cubicBezTo>
                <a:close/>
                <a:moveTo>
                  <a:pt x="71774" y="44577"/>
                </a:moveTo>
                <a:cubicBezTo>
                  <a:pt x="69400" y="60633"/>
                  <a:pt x="55577" y="72488"/>
                  <a:pt x="39345" y="72399"/>
                </a:cubicBezTo>
                <a:cubicBezTo>
                  <a:pt x="23432" y="72328"/>
                  <a:pt x="9804" y="60934"/>
                  <a:pt x="6916" y="45286"/>
                </a:cubicBezTo>
                <a:lnTo>
                  <a:pt x="6916" y="33767"/>
                </a:lnTo>
                <a:cubicBezTo>
                  <a:pt x="10177" y="15852"/>
                  <a:pt x="27330" y="3979"/>
                  <a:pt x="45246" y="7240"/>
                </a:cubicBezTo>
                <a:cubicBezTo>
                  <a:pt x="60894" y="10074"/>
                  <a:pt x="72289" y="23702"/>
                  <a:pt x="72306" y="39616"/>
                </a:cubicBezTo>
                <a:lnTo>
                  <a:pt x="72306" y="41210"/>
                </a:ln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17721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Freeform: Shape 19">
            <a:extLst xmlns:a="http://schemas.openxmlformats.org/drawingml/2006/main">
              <a:ext uri="{FF2B5EF4-FFF2-40B4-BE49-F238E27FC236}">
                <a16:creationId xmlns:a16="http://schemas.microsoft.com/office/drawing/2014/main" id="{32BDB9BA-5588-4C06-B645-2F6DE1FD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8522" y="4880979"/>
            <a:ext cx="49889" cy="55177"/>
          </a:xfrm>
          <a:custGeom xmlns:a="http://schemas.openxmlformats.org/drawingml/2006/main">
            <a:rect l="l" t="t" r="r" b="b"/>
            <a:pathLst>
              <a:path w="93209" h="93199">
                <a:moveTo>
                  <a:pt x="46382" y="-79"/>
                </a:moveTo>
                <a:cubicBezTo>
                  <a:pt x="20739" y="-238"/>
                  <a:pt x="-171" y="20424"/>
                  <a:pt x="-332" y="46067"/>
                </a:cubicBezTo>
                <a:cubicBezTo>
                  <a:pt x="-402" y="58808"/>
                  <a:pt x="4755" y="71018"/>
                  <a:pt x="13952" y="79843"/>
                </a:cubicBezTo>
                <a:cubicBezTo>
                  <a:pt x="31956" y="97546"/>
                  <a:pt x="60806" y="97546"/>
                  <a:pt x="78810" y="79843"/>
                </a:cubicBezTo>
                <a:cubicBezTo>
                  <a:pt x="87494" y="71531"/>
                  <a:pt x="92527" y="60137"/>
                  <a:pt x="92810" y="48122"/>
                </a:cubicBezTo>
                <a:cubicBezTo>
                  <a:pt x="92899" y="47591"/>
                  <a:pt x="92899" y="47059"/>
                  <a:pt x="92810" y="46527"/>
                </a:cubicBezTo>
                <a:cubicBezTo>
                  <a:pt x="92810" y="20850"/>
                  <a:pt x="72059" y="27"/>
                  <a:pt x="46382" y="-79"/>
                </a:cubicBezTo>
                <a:close/>
                <a:moveTo>
                  <a:pt x="79342" y="48122"/>
                </a:moveTo>
                <a:lnTo>
                  <a:pt x="79342" y="51489"/>
                </a:lnTo>
                <a:cubicBezTo>
                  <a:pt x="76967" y="67545"/>
                  <a:pt x="63145" y="79399"/>
                  <a:pt x="46913" y="79311"/>
                </a:cubicBezTo>
                <a:cubicBezTo>
                  <a:pt x="30999" y="79240"/>
                  <a:pt x="17372" y="67846"/>
                  <a:pt x="14483" y="52198"/>
                </a:cubicBezTo>
                <a:cubicBezTo>
                  <a:pt x="14307" y="50320"/>
                  <a:pt x="14307" y="48406"/>
                  <a:pt x="14483" y="46527"/>
                </a:cubicBezTo>
                <a:cubicBezTo>
                  <a:pt x="14288" y="44578"/>
                  <a:pt x="14288" y="42629"/>
                  <a:pt x="14483" y="40679"/>
                </a:cubicBezTo>
                <a:cubicBezTo>
                  <a:pt x="17744" y="22764"/>
                  <a:pt x="34898" y="10890"/>
                  <a:pt x="52814" y="14151"/>
                </a:cubicBezTo>
                <a:cubicBezTo>
                  <a:pt x="68461" y="16986"/>
                  <a:pt x="79856" y="30614"/>
                  <a:pt x="79873" y="46527"/>
                </a:cubicBez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17721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Freeform: Shape 20">
            <a:extLst xmlns:a="http://schemas.openxmlformats.org/drawingml/2006/main">
              <a:ext uri="{FF2B5EF4-FFF2-40B4-BE49-F238E27FC236}">
                <a16:creationId xmlns:a16="http://schemas.microsoft.com/office/drawing/2014/main" id="{A1376261-7BB4-42DC-A4DA-79EEFBFF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5229" y="5248054"/>
            <a:ext cx="7564320" cy="1236449"/>
          </a:xfrm>
          <a:custGeom xmlns:a="http://schemas.openxmlformats.org/drawingml/2006/main">
            <a:rect l="l" t="t" r="r" b="b"/>
            <a:pathLst>
              <a:path w="7386260" h="2659914">
                <a:moveTo>
                  <a:pt x="7385929" y="-80"/>
                </a:moveTo>
                <a:lnTo>
                  <a:pt x="7385929" y="2659832"/>
                </a:lnTo>
                <a:lnTo>
                  <a:pt x="21465" y="2659832"/>
                </a:lnTo>
                <a:cubicBezTo>
                  <a:pt x="13827" y="2659921"/>
                  <a:pt x="6296" y="2657954"/>
                  <a:pt x="-332" y="2654162"/>
                </a:cubicBezTo>
                <a:lnTo>
                  <a:pt x="-332" y="2646542"/>
                </a:lnTo>
                <a:lnTo>
                  <a:pt x="15440" y="2646542"/>
                </a:lnTo>
                <a:lnTo>
                  <a:pt x="15440" y="2646542"/>
                </a:lnTo>
                <a:lnTo>
                  <a:pt x="21288" y="2646542"/>
                </a:lnTo>
                <a:cubicBezTo>
                  <a:pt x="23237" y="2646719"/>
                  <a:pt x="25186" y="2646719"/>
                  <a:pt x="27135" y="2646542"/>
                </a:cubicBezTo>
                <a:lnTo>
                  <a:pt x="28198" y="2646542"/>
                </a:lnTo>
                <a:lnTo>
                  <a:pt x="7371752" y="2646542"/>
                </a:lnTo>
                <a:lnTo>
                  <a:pt x="7371752" y="3287"/>
                </a:lnTo>
                <a:lnTo>
                  <a:pt x="7371752" y="-80"/>
                </a:ln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17721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Freeform: Shape 21">
            <a:extLst xmlns:a="http://schemas.openxmlformats.org/drawingml/2006/main">
              <a:ext uri="{FF2B5EF4-FFF2-40B4-BE49-F238E27FC236}">
                <a16:creationId xmlns:a16="http://schemas.microsoft.com/office/drawing/2014/main" id="{56DABF13-E17A-49E5-8F07-FBE8D854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969" y="5392718"/>
            <a:ext cx="7494995" cy="1046880"/>
          </a:xfrm>
          <a:custGeom xmlns:a="http://schemas.openxmlformats.org/drawingml/2006/main">
            <a:rect l="l" t="t" r="r" b="b"/>
            <a:pathLst>
              <a:path w="7318566" h="2619507">
                <a:moveTo>
                  <a:pt x="7318235" y="-80"/>
                </a:moveTo>
                <a:lnTo>
                  <a:pt x="7318235" y="2619428"/>
                </a:lnTo>
                <a:lnTo>
                  <a:pt x="43438" y="2619428"/>
                </a:lnTo>
                <a:cubicBezTo>
                  <a:pt x="40107" y="2618365"/>
                  <a:pt x="36651" y="2617834"/>
                  <a:pt x="33161" y="2617834"/>
                </a:cubicBezTo>
                <a:cubicBezTo>
                  <a:pt x="29722" y="2617817"/>
                  <a:pt x="26319" y="2618348"/>
                  <a:pt x="23059" y="2619428"/>
                </a:cubicBezTo>
                <a:lnTo>
                  <a:pt x="-332" y="2619428"/>
                </a:lnTo>
                <a:lnTo>
                  <a:pt x="1794" y="2617125"/>
                </a:lnTo>
                <a:cubicBezTo>
                  <a:pt x="8032" y="2611135"/>
                  <a:pt x="15829" y="2607024"/>
                  <a:pt x="24300" y="2605252"/>
                </a:cubicBezTo>
                <a:lnTo>
                  <a:pt x="7304058" y="2605252"/>
                </a:lnTo>
                <a:lnTo>
                  <a:pt x="7304058" y="33413"/>
                </a:lnTo>
                <a:cubicBezTo>
                  <a:pt x="7304076" y="20796"/>
                  <a:pt x="7309180" y="8710"/>
                  <a:pt x="7318235" y="-80"/>
                </a:cubicBez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17721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Freeform: Shape 22">
            <a:extLst xmlns:a="http://schemas.openxmlformats.org/drawingml/2006/main">
              <a:ext uri="{FF2B5EF4-FFF2-40B4-BE49-F238E27FC236}">
                <a16:creationId xmlns:a16="http://schemas.microsoft.com/office/drawing/2014/main" id="{BB7FB41E-4315-4C7B-B7B5-555D2952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711" y="2517259"/>
            <a:ext cx="1246744" cy="3082555"/>
          </a:xfrm>
          <a:custGeom xmlns:a="http://schemas.openxmlformats.org/drawingml/2006/main">
            <a:rect l="l" t="t" r="r" b="b"/>
            <a:pathLst>
              <a:path w="1534454" h="3082555">
                <a:moveTo>
                  <a:pt x="839618" y="1341829"/>
                </a:moveTo>
                <a:lnTo>
                  <a:pt x="647700" y="1534101"/>
                </a:lnTo>
                <a:lnTo>
                  <a:pt x="1534455" y="2420856"/>
                </a:lnTo>
                <a:lnTo>
                  <a:pt x="1534455" y="3082556"/>
                </a:lnTo>
                <a:lnTo>
                  <a:pt x="0" y="1534101"/>
                </a:lnTo>
                <a:lnTo>
                  <a:pt x="516033" y="1018245"/>
                </a:lnTo>
                <a:lnTo>
                  <a:pt x="1019485" y="514970"/>
                </a:lnTo>
                <a:lnTo>
                  <a:pt x="1534455" y="0"/>
                </a:lnTo>
                <a:lnTo>
                  <a:pt x="1534455" y="645219"/>
                </a:lnTo>
                <a:lnTo>
                  <a:pt x="1342537" y="837846"/>
                </a:lnTo>
                <a:lnTo>
                  <a:pt x="839618" y="1341829"/>
                </a:lnTo>
                <a:close/>
              </a:path>
            </a:pathLst>
          </a:custGeom>
          <a:solidFill xmlns:a="http://schemas.openxmlformats.org/drawingml/2006/main">
            <a:srgbClr val="F1F1F2"/>
          </a:solidFill>
          <a:ln xmlns:a="http://schemas.openxmlformats.org/drawingml/2006/main" w="17721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D29765-4D71-4E30-9D4E-2FEC5288FB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9FFCB2-844D-4304-B876-A947BEB5FE9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E94A003-5CB7-4872-AD53-29113A7ED2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63E9D72-2BC8-4112-A734-048C1B1101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1A7FC9-1244-4A49-8B55-4940CEA28A1E}" type="datetimeFigureOut">
              <a:t>04-08-2026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B772B83-9CFB-4A65-9D14-3113DC54BB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2FC20F2-0C2D-4EAF-96E8-8390D1FA2A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331ABF-268B-427E-9D77-A0D2BDA5BB39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6821750-36F1-4694-A973-A565A5EAD7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49E8A03-3AD8-4831-833F-00C27C97FBF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575F6F7-2081-4EA0-81C0-34F699E036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F37F22-ED7B-4BCC-BA65-BAEB46F716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1A7FC9-1244-4A49-8B55-4940CEA28A1E}" type="datetimeFigureOut">
              <a:t>04-08-2026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41D3051-525C-46D3-8B1D-CC01A549EC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CD7480-71CB-4DC9-8A6A-3E67DEAA46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331ABF-268B-427E-9D77-A0D2BDA5BB39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230CC5-D481-46E5-AF72-B2753F3D9E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983339-9999-41FF-89CA-DA1CF679D8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16EF360-2536-4C83-9C88-A3B7BCFDAB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1A7FC9-1244-4A49-8B55-4940CEA28A1E}" type="datetimeFigureOut">
              <a:t>04-08-2026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C62D43-1312-4BD6-A1CD-C4B76A681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E4E07D7-E75A-472A-A02C-68B149D460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331ABF-268B-427E-9D77-A0D2BDA5BB39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016B5EA-7109-4328-9EFE-7AA55DEDAF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8982" y="365125"/>
            <a:ext cx="2135981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D33038F-1B25-4267-A61D-A70E7A1462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365125"/>
            <a:ext cx="6284119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20ABE3-66B6-432F-9416-1A7EF2B06E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1A7FC9-1244-4A49-8B55-4940CEA28A1E}" type="datetimeFigureOut">
              <a:t>04-08-2026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2354D7-18BC-46F6-B634-5538CE4B31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46974E-FB62-4521-A190-3F0B5B3C37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331ABF-268B-427E-9D77-A0D2BDA5BB39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113F11-46D3-2A14-BECC-73219D0D3F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C18A283-E107-4E0F-3B7A-F5DDA0CB2D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1A7FC9-1244-4A49-8B55-4940CEA28A1E}" type="datetimeFigureOut">
              <a:t>04-08-2026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74228CD-6DFB-D8AB-BD47-55F15F593B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9E43DF1-AB8B-ED98-95A3-8BE1F6AC17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331ABF-268B-427E-9D77-A0D2BDA5BB39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252ef543ec4c60" /><Relationship Type="http://schemas.openxmlformats.org/officeDocument/2006/relationships/slideLayout" Target="/ppt/slideLayouts/slideLayout1.xml" Id="R69a1348b9a3b486e" /><Relationship Type="http://schemas.openxmlformats.org/officeDocument/2006/relationships/slideLayout" Target="/ppt/slideLayouts/slideLayout2.xml" Id="R2523d4ca70ee4521" /><Relationship Type="http://schemas.openxmlformats.org/officeDocument/2006/relationships/slideLayout" Target="/ppt/slideLayouts/slideLayout3.xml" Id="Rb3ed8e7c55324a4e" /><Relationship Type="http://schemas.openxmlformats.org/officeDocument/2006/relationships/slideLayout" Target="/ppt/slideLayouts/slideLayout4.xml" Id="R0cf609f5faed407f" /><Relationship Type="http://schemas.openxmlformats.org/officeDocument/2006/relationships/slideLayout" Target="/ppt/slideLayouts/slideLayout5.xml" Id="Rd140d11404de401d" /><Relationship Type="http://schemas.openxmlformats.org/officeDocument/2006/relationships/slideLayout" Target="/ppt/slideLayouts/slideLayout6.xml" Id="R297daefe878e43af" /><Relationship Type="http://schemas.openxmlformats.org/officeDocument/2006/relationships/slideLayout" Target="/ppt/slideLayouts/slideLayout7.xml" Id="R828a1ee041e440db" /><Relationship Type="http://schemas.openxmlformats.org/officeDocument/2006/relationships/slideLayout" Target="/ppt/slideLayouts/slideLayout8.xml" Id="Rc606968af99345dc" /><Relationship Type="http://schemas.openxmlformats.org/officeDocument/2006/relationships/slideLayout" Target="/ppt/slideLayouts/slideLayout9.xml" Id="Rafda1c96b8c64141" /><Relationship Type="http://schemas.openxmlformats.org/officeDocument/2006/relationships/slideLayout" Target="/ppt/slideLayouts/slideLayout10.xml" Id="R48d95cd833b74e1d" /><Relationship Type="http://schemas.openxmlformats.org/officeDocument/2006/relationships/slideLayout" Target="/ppt/slideLayouts/slideLayout11.xml" Id="Rc163564b8a9c4157" /><Relationship Type="http://schemas.openxmlformats.org/officeDocument/2006/relationships/slideLayout" Target="/ppt/slideLayouts/slideLayout12.xml" Id="Rffb1780663f74a7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D44CB82-42A9-4917-97CB-AF5EA07DD4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038" y="365127"/>
            <a:ext cx="8543925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AEED87-EE29-46CE-B942-6830DFC8D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1825625"/>
            <a:ext cx="8543925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37B70E-C553-4878-AE7A-36437D0CF44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1038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91A7FC9-1244-4A49-8B55-4940CEA28A1E}" type="datetimeFigureOut">
              <a:t>04-08-2026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B33B4A-4513-44EE-869D-85F3936D2ED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281363" y="6356352"/>
            <a:ext cx="334327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B8EE25-2A8E-460F-BCA9-CB604F8A2B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996113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C331ABF-268B-427E-9D77-A0D2BDA5BB3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a1348b9a3b486e"/>
    <p:sldLayoutId xmlns:r="http://schemas.openxmlformats.org/officeDocument/2006/relationships" id="2147483650" r:id="R2523d4ca70ee4521"/>
    <p:sldLayoutId xmlns:r="http://schemas.openxmlformats.org/officeDocument/2006/relationships" id="2147483651" r:id="Rb3ed8e7c55324a4e"/>
    <p:sldLayoutId xmlns:r="http://schemas.openxmlformats.org/officeDocument/2006/relationships" id="2147483652" r:id="R0cf609f5faed407f"/>
    <p:sldLayoutId xmlns:r="http://schemas.openxmlformats.org/officeDocument/2006/relationships" id="2147483653" r:id="Rd140d11404de401d"/>
    <p:sldLayoutId xmlns:r="http://schemas.openxmlformats.org/officeDocument/2006/relationships" id="2147483654" r:id="R297daefe878e43af"/>
    <p:sldLayoutId xmlns:r="http://schemas.openxmlformats.org/officeDocument/2006/relationships" id="2147483655" r:id="R828a1ee041e440db"/>
    <p:sldLayoutId xmlns:r="http://schemas.openxmlformats.org/officeDocument/2006/relationships" id="2147483656" r:id="Rc606968af99345dc"/>
    <p:sldLayoutId xmlns:r="http://schemas.openxmlformats.org/officeDocument/2006/relationships" id="2147483657" r:id="Rafda1c96b8c64141"/>
    <p:sldLayoutId xmlns:r="http://schemas.openxmlformats.org/officeDocument/2006/relationships" id="2147483658" r:id="R48d95cd833b74e1d"/>
    <p:sldLayoutId xmlns:r="http://schemas.openxmlformats.org/officeDocument/2006/relationships" id="2147483659" r:id="Rc163564b8a9c4157"/>
    <p:sldLayoutId xmlns:r="http://schemas.openxmlformats.org/officeDocument/2006/relationships" id="2147483660" r:id="Rffb1780663f74a75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8933a0b7024008" /><Relationship Type="http://schemas.openxmlformats.org/officeDocument/2006/relationships/image" Target="/ppt/media/image.png" Id="R5112a4855669430c" /><Relationship Type="http://schemas.openxmlformats.org/officeDocument/2006/relationships/notesSlide" Target="/ppt/notesSlides/notesSlide1.xml" Id="R2fd47743e8ab49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reeform: Shape 5">
            <a:extLst xmlns:a="http://schemas.openxmlformats.org/drawingml/2006/main">
              <a:ext uri="{FF2B5EF4-FFF2-40B4-BE49-F238E27FC236}">
                <a16:creationId xmlns:a16="http://schemas.microsoft.com/office/drawing/2014/main" id="{60F5BBCD-B4FE-AB7F-1A75-6DF8B5A1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0476" y="215320"/>
            <a:ext cx="10493046" cy="6415172"/>
          </a:xfrm>
          <a:custGeom xmlns:a="http://schemas.openxmlformats.org/drawingml/2006/main">
            <a:rect l="l" t="t" r="r" b="b"/>
            <a:pathLst>
              <a:path w="5240699" h="3766724">
                <a:moveTo>
                  <a:pt x="5240700" y="3766724"/>
                </a:moveTo>
                <a:lnTo>
                  <a:pt x="0" y="3766724"/>
                </a:lnTo>
                <a:lnTo>
                  <a:pt x="0" y="0"/>
                </a:lnTo>
                <a:lnTo>
                  <a:pt x="5240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0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Freeform: Shape 14">
            <a:extLst xmlns:a="http://schemas.openxmlformats.org/drawingml/2006/main">
              <a:ext uri="{FF2B5EF4-FFF2-40B4-BE49-F238E27FC236}">
                <a16:creationId xmlns:a16="http://schemas.microsoft.com/office/drawing/2014/main" id="{835D355E-64FA-41EC-85F6-9B5C5403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975" y="2669931"/>
            <a:ext cx="1909113" cy="3119888"/>
          </a:xfrm>
          <a:custGeom xmlns:a="http://schemas.openxmlformats.org/drawingml/2006/main">
            <a:rect l="l" t="t" r="r" b="b"/>
            <a:pathLst>
              <a:path w="953497" h="1831869">
                <a:moveTo>
                  <a:pt x="0" y="1686033"/>
                </a:moveTo>
                <a:lnTo>
                  <a:pt x="0" y="380958"/>
                </a:lnTo>
                <a:lnTo>
                  <a:pt x="0" y="316716"/>
                </a:lnTo>
                <a:lnTo>
                  <a:pt x="324861" y="0"/>
                </a:lnTo>
                <a:lnTo>
                  <a:pt x="953498" y="628637"/>
                </a:lnTo>
                <a:lnTo>
                  <a:pt x="953498" y="1831870"/>
                </a:lnTo>
                <a:lnTo>
                  <a:pt x="0" y="1686033"/>
                </a:lnTo>
                <a:close/>
              </a:path>
            </a:pathLst>
          </a:custGeom>
          <a:solidFill xmlns:a="http://schemas.openxmlformats.org/drawingml/2006/main">
            <a:srgbClr val="FE9B00"/>
          </a:solidFill>
          <a:ln xmlns:a="http://schemas.openxmlformats.org/drawingml/2006/main" w="760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Freeform: Shape 15">
            <a:extLst xmlns:a="http://schemas.openxmlformats.org/drawingml/2006/main">
              <a:ext uri="{FF2B5EF4-FFF2-40B4-BE49-F238E27FC236}">
                <a16:creationId xmlns:a16="http://schemas.microsoft.com/office/drawing/2014/main" id="{47939B5C-F1BF-8ACC-ED72-C88FC4B1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407" y="4299684"/>
            <a:ext cx="3731514" cy="2558317"/>
          </a:xfrm>
          <a:custGeom xmlns:a="http://schemas.openxmlformats.org/drawingml/2006/main">
            <a:rect l="l" t="t" r="r" b="b"/>
            <a:pathLst>
              <a:path w="1863686" h="1502138">
                <a:moveTo>
                  <a:pt x="1671647" y="35546"/>
                </a:moveTo>
                <a:lnTo>
                  <a:pt x="0" y="1502138"/>
                </a:lnTo>
                <a:lnTo>
                  <a:pt x="1863686" y="1502138"/>
                </a:lnTo>
                <a:lnTo>
                  <a:pt x="1863686" y="0"/>
                </a:lnTo>
                <a:lnTo>
                  <a:pt x="1671647" y="35546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760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Freeform: Shape 16">
            <a:extLst xmlns:a="http://schemas.openxmlformats.org/drawingml/2006/main">
              <a:ext uri="{FF2B5EF4-FFF2-40B4-BE49-F238E27FC236}">
                <a16:creationId xmlns:a16="http://schemas.microsoft.com/office/drawing/2014/main" id="{677BE9A5-64F7-45A3-C713-0372FF61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747" y="2288548"/>
            <a:ext cx="3979011" cy="4569450"/>
          </a:xfrm>
          <a:custGeom xmlns:a="http://schemas.openxmlformats.org/drawingml/2006/main">
            <a:rect l="l" t="t" r="r" b="b"/>
            <a:pathLst>
              <a:path w="1987297" h="2682992">
                <a:moveTo>
                  <a:pt x="0" y="2682993"/>
                </a:moveTo>
                <a:lnTo>
                  <a:pt x="1191511" y="1620193"/>
                </a:lnTo>
                <a:lnTo>
                  <a:pt x="1191511" y="223932"/>
                </a:lnTo>
                <a:lnTo>
                  <a:pt x="1564553" y="0"/>
                </a:lnTo>
                <a:lnTo>
                  <a:pt x="1987298" y="0"/>
                </a:lnTo>
                <a:lnTo>
                  <a:pt x="1987298" y="2682993"/>
                </a:lnTo>
                <a:lnTo>
                  <a:pt x="0" y="2682993"/>
                </a:lnTo>
                <a:close/>
              </a:path>
            </a:pathLst>
          </a:custGeom>
          <a:solidFill xmlns:a="http://schemas.openxmlformats.org/drawingml/2006/main">
            <a:srgbClr val="1E2836"/>
          </a:solidFill>
          <a:ln xmlns:a="http://schemas.openxmlformats.org/drawingml/2006/main" w="760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Freeform: Shape 17">
            <a:extLst xmlns:a="http://schemas.openxmlformats.org/drawingml/2006/main">
              <a:ext uri="{FF2B5EF4-FFF2-40B4-BE49-F238E27FC236}">
                <a16:creationId xmlns:a16="http://schemas.microsoft.com/office/drawing/2014/main" id="{0D222D00-D17A-8680-0B2C-89B2DC17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48243" y="1068181"/>
            <a:ext cx="1909267" cy="3119889"/>
          </a:xfrm>
          <a:custGeom xmlns:a="http://schemas.openxmlformats.org/drawingml/2006/main">
            <a:rect l="l" t="t" r="r" b="b"/>
            <a:pathLst>
              <a:path w="953574" h="1831870">
                <a:moveTo>
                  <a:pt x="953574" y="145837"/>
                </a:moveTo>
                <a:lnTo>
                  <a:pt x="953574" y="1450912"/>
                </a:lnTo>
                <a:lnTo>
                  <a:pt x="953574" y="1515154"/>
                </a:lnTo>
                <a:lnTo>
                  <a:pt x="628713" y="1831870"/>
                </a:lnTo>
                <a:lnTo>
                  <a:pt x="0" y="1203233"/>
                </a:lnTo>
                <a:lnTo>
                  <a:pt x="0" y="0"/>
                </a:lnTo>
                <a:lnTo>
                  <a:pt x="953574" y="145837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760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Freeform: Shape 18">
            <a:extLst xmlns:a="http://schemas.openxmlformats.org/drawingml/2006/main">
              <a:ext uri="{FF2B5EF4-FFF2-40B4-BE49-F238E27FC236}">
                <a16:creationId xmlns:a16="http://schemas.microsoft.com/office/drawing/2014/main" id="{40A40058-1177-2BB6-9128-E038227D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73924" y="1"/>
            <a:ext cx="3731514" cy="2558317"/>
          </a:xfrm>
          <a:custGeom xmlns:a="http://schemas.openxmlformats.org/drawingml/2006/main">
            <a:rect l="l" t="t" r="r" b="b"/>
            <a:pathLst>
              <a:path w="1863686" h="1502138">
                <a:moveTo>
                  <a:pt x="192039" y="1466592"/>
                </a:moveTo>
                <a:lnTo>
                  <a:pt x="1863686" y="0"/>
                </a:lnTo>
                <a:lnTo>
                  <a:pt x="0" y="0"/>
                </a:lnTo>
                <a:lnTo>
                  <a:pt x="0" y="1502138"/>
                </a:lnTo>
                <a:lnTo>
                  <a:pt x="192039" y="1466592"/>
                </a:lnTo>
                <a:close/>
              </a:path>
            </a:pathLst>
          </a:custGeom>
          <a:solidFill xmlns:a="http://schemas.openxmlformats.org/drawingml/2006/main">
            <a:srgbClr val="FEC200"/>
          </a:solidFill>
          <a:ln xmlns:a="http://schemas.openxmlformats.org/drawingml/2006/main" w="760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Freeform: Shape 19">
            <a:extLst xmlns:a="http://schemas.openxmlformats.org/drawingml/2006/main">
              <a:ext uri="{FF2B5EF4-FFF2-40B4-BE49-F238E27FC236}">
                <a16:creationId xmlns:a16="http://schemas.microsoft.com/office/drawing/2014/main" id="{C1600C4E-0377-4D9A-86F6-33C4B8B0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82760" y="0"/>
            <a:ext cx="3979011" cy="4569450"/>
          </a:xfrm>
          <a:custGeom xmlns:a="http://schemas.openxmlformats.org/drawingml/2006/main">
            <a:rect l="l" t="t" r="r" b="b"/>
            <a:pathLst>
              <a:path w="1987297" h="2682992">
                <a:moveTo>
                  <a:pt x="1987298" y="0"/>
                </a:moveTo>
                <a:lnTo>
                  <a:pt x="795787" y="1062800"/>
                </a:lnTo>
                <a:lnTo>
                  <a:pt x="795787" y="2459061"/>
                </a:lnTo>
                <a:lnTo>
                  <a:pt x="422745" y="2682993"/>
                </a:lnTo>
                <a:lnTo>
                  <a:pt x="0" y="2682993"/>
                </a:lnTo>
                <a:lnTo>
                  <a:pt x="0" y="0"/>
                </a:lnTo>
                <a:lnTo>
                  <a:pt x="1987298" y="0"/>
                </a:lnTo>
                <a:close/>
              </a:path>
            </a:pathLst>
          </a:custGeom>
          <a:solidFill xmlns:a="http://schemas.openxmlformats.org/drawingml/2006/main">
            <a:srgbClr val="1E2836"/>
          </a:solidFill>
          <a:ln xmlns:a="http://schemas.openxmlformats.org/drawingml/2006/main" w="7607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104" name="Google Shape;9805;p92">
            <a:extLst xmlns:a="http://schemas.openxmlformats.org/drawingml/2006/main">
              <a:ext uri="{FF2B5EF4-FFF2-40B4-BE49-F238E27FC236}">
                <a16:creationId xmlns:a16="http://schemas.microsoft.com/office/drawing/2014/main" id="{6891078F-1D57-7CC8-7C42-59920F6B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530" y="5436420"/>
            <a:ext cx="1708533" cy="300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spcBef>
                <a:spcPts val="0"/>
              </a:spcBef>
              <a:buNone/>
            </a:pPr>
            <a:r>
              <a:rPr sz="1400">
                <a:latin typeface="Gofteh Heavy"/>
                <a:ea typeface="Gofteh Heavy"/>
                <a:cs typeface="Gofteh Heavy"/>
              </a:rPr>
              <a:t>محل برگزاری: </a:t>
            </a:r>
            <a:r>
              <a:rPr sz="1400">
                <a:latin typeface="Gofteh Heavy"/>
                <a:ea typeface="Gofteh Heavy"/>
                <a:cs typeface="Gofteh Heavy"/>
              </a:rPr>
              <a:t>{{VENUE}}</a:t>
            </a:r>
          </a:p>
        </p:txBody>
      </p:sp>
      <p:sp>
        <p:nvSpPr>
          <p:cNvPr id="4105" name="Google Shape;9806;p92">
            <a:extLst xmlns:a="http://schemas.openxmlformats.org/drawingml/2006/main">
              <a:ext uri="{FF2B5EF4-FFF2-40B4-BE49-F238E27FC236}">
                <a16:creationId xmlns:a16="http://schemas.microsoft.com/office/drawing/2014/main" id="{E462D766-F0CE-95FA-3C4A-ADA2B269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701" y="5428751"/>
            <a:ext cx="2137128" cy="30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spcBef>
                <a:spcPts val="0"/>
              </a:spcBef>
              <a:buNone/>
            </a:pPr>
            <a:r>
              <a:rPr sz="1400">
                <a:latin typeface="Gofteh Heavy"/>
                <a:ea typeface="Gofteh Heavy"/>
                <a:cs typeface="Gofteh Heavy"/>
              </a:rPr>
              <a:t>{{ORGANIZATION}}</a:t>
            </a:r>
          </a:p>
        </p:txBody>
      </p:sp>
      <p:cxnSp>
        <p:nvCxnSpPr>
          <p:cNvPr id="4138" name="Google Shape;9807;p92"/>
          <p:cNvCxnSpPr/>
          <p:nvPr/>
        </p:nvCxnSpPr>
        <p:spPr>
          <a:xfrm xmlns:a="http://schemas.openxmlformats.org/drawingml/2006/main">
            <a:off x="2621983" y="4569450"/>
            <a:ext cx="466203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9" name="Google Shape;9808;p92"/>
          <p:cNvCxnSpPr/>
          <p:nvPr/>
        </p:nvCxnSpPr>
        <p:spPr>
          <a:xfrm xmlns:a="http://schemas.openxmlformats.org/drawingml/2006/main">
            <a:off x="1708530" y="5421397"/>
            <a:ext cx="1832613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09" name="TextBox 4108">
            <a:extLst xmlns:a="http://schemas.openxmlformats.org/drawingml/2006/main">
              <a:ext uri="{FF2B5EF4-FFF2-40B4-BE49-F238E27FC236}">
                <a16:creationId xmlns:a16="http://schemas.microsoft.com/office/drawing/2014/main" id="{018B92A3-2025-884E-CF73-5DCE6A67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053" y="757543"/>
            <a:ext cx="6573922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6000" b="1">
                <a:solidFill>
                  <a:schemeClr val="tx1">
                    <a:lumMod val="75000"/>
                    <a:lumOff val="25000"/>
                  </a:schemeClr>
                </a:solidFill>
                <a:latin typeface="Gofteh Heavy"/>
                <a:ea typeface="Gofteh Heavy"/>
                <a:cs typeface="Gofteh Heavy"/>
              </a:rPr>
              <a:t>گواهینــامه پایـان دوره</a:t>
            </a:r>
          </a:p>
        </p:txBody>
      </p:sp>
      <p:sp>
        <p:nvSpPr>
          <p:cNvPr id="4112" name="TextBox 4111">
            <a:extLst xmlns:a="http://schemas.openxmlformats.org/drawingml/2006/main">
              <a:ext uri="{FF2B5EF4-FFF2-40B4-BE49-F238E27FC236}">
                <a16:creationId xmlns:a16="http://schemas.microsoft.com/office/drawing/2014/main" id="{74E7A9A5-330C-1E47-0000-93D75830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80" y="3193591"/>
            <a:ext cx="8292039" cy="2773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latin typeface="Microsoft Uighur"/>
                <a:ea typeface="Microsoft Uighur"/>
                <a:cs typeface="Microsoft Uighur"/>
              </a:rPr>
              <a:t>بدینوسیله گواهی می‌شود </a:t>
            </a:r>
            <a:r>
              <a:rPr sz="2400" b="1">
                <a:latin typeface="Microsoft Uighur"/>
                <a:ea typeface="Microsoft Uighur"/>
                <a:cs typeface="Microsoft Uighur"/>
              </a:rPr>
              <a:t>{{HONORIFIC}}</a:t>
            </a:r>
            <a:r>
              <a:rPr sz="2400" b="1">
                <a:latin typeface="Microsoft Uighur"/>
                <a:ea typeface="Microsoft Uighur"/>
                <a:cs typeface="Microsoft Uighur"/>
              </a:rPr>
              <a:t> </a:t>
            </a:r>
            <a:r>
              <a:rPr sz="2000" b="1">
                <a:latin typeface="B Yekan+"/>
                <a:ea typeface="B Yekan+"/>
                <a:cs typeface="B Yekan+"/>
              </a:rPr>
              <a:t>{{STUDENT_NAME}}</a:t>
            </a:r>
            <a:r>
              <a:rPr sz="2000" b="1">
                <a:latin typeface="B Yekan+"/>
                <a:ea typeface="B Yekan+"/>
                <a:cs typeface="B Yekan+"/>
              </a:rPr>
              <a:t> </a:t>
            </a:r>
            <a:r>
              <a:rPr sz="2400" b="1">
                <a:latin typeface="Microsoft Uighur"/>
                <a:ea typeface="Microsoft Uighur"/>
                <a:cs typeface="Microsoft Uighur"/>
              </a:rPr>
              <a:t>به شماره ملی </a:t>
            </a:r>
            <a:r>
              <a:rPr sz="2000" b="1">
                <a:latin typeface="B Yekan+"/>
                <a:ea typeface="B Yekan+"/>
                <a:cs typeface="B Yekan+"/>
              </a:rPr>
              <a:t>{{NATIONAL_ID}}</a:t>
            </a:r>
            <a:r>
              <a:rPr sz="2400" b="1">
                <a:latin typeface="Microsoft Uighur"/>
                <a:ea typeface="Microsoft Uighur"/>
                <a:cs typeface="Microsoft Uighur"/>
              </a:rPr>
              <a:t> </a:t>
            </a:r>
            <a:r>
              <a:rPr sz="2800" b="1">
                <a:latin typeface="Microsoft Uighur"/>
                <a:ea typeface="Microsoft Uighur"/>
                <a:cs typeface="Microsoft Uighur"/>
              </a:rPr>
              <a:t>دوره </a:t>
            </a:r>
            <a:r>
              <a:rPr sz="2800" b="1">
                <a:latin typeface="Microsoft Uighur"/>
                <a:ea typeface="Microsoft Uighur"/>
                <a:cs typeface="Microsoft Uighur"/>
              </a:rPr>
              <a:t>{{COURSE_TITLE}}</a:t>
            </a:r>
            <a:r>
              <a:rPr sz="2800" b="1">
                <a:latin typeface="Microsoft Uighur"/>
                <a:ea typeface="Microsoft Uighur"/>
                <a:cs typeface="Microsoft Uighur"/>
              </a:rPr>
              <a:t> </a:t>
            </a:r>
            <a:r>
              <a:rPr sz="2800" b="1">
                <a:latin typeface="Microsoft Uighur"/>
                <a:ea typeface="Microsoft Uighur"/>
                <a:cs typeface="Microsoft Uighur"/>
              </a:rPr>
              <a:t>{{ORGANIZATION}}</a:t>
            </a:r>
            <a:r>
              <a:rPr sz="2400" b="1">
                <a:latin typeface="Microsoft Uighur"/>
                <a:ea typeface="Microsoft Uighur"/>
                <a:cs typeface="Microsoft Uighur"/>
              </a:rPr>
              <a:t> را به مدت </a:t>
            </a:r>
            <a:r>
              <a:rPr sz="2400" b="1">
                <a:latin typeface="Microsoft Uighur"/>
                <a:ea typeface="Microsoft Uighur"/>
                <a:cs typeface="Microsoft Uighur"/>
              </a:rPr>
              <a:t>{{DURATION}}</a:t>
            </a:r>
            <a:r>
              <a:rPr sz="2400" b="1">
                <a:latin typeface="Microsoft Uighur"/>
                <a:ea typeface="Microsoft Uighur"/>
                <a:cs typeface="Microsoft Uighur"/>
              </a:rPr>
              <a:t> ساعت ، با موفقیت به پایان رسانده. توفیق نامبرده را در حرفه و دانش خود و کسب رضای خالق و تلاش وی در خدمت به خلق و جامعه را آرزومندیم.</a:t>
            </a:r>
          </a:p>
        </p:txBody>
      </p:sp>
      <p:cxnSp>
        <p:nvCxnSpPr>
          <p:cNvPr id="4142" name="Google Shape;9808;p92"/>
          <p:cNvCxnSpPr/>
          <p:nvPr/>
        </p:nvCxnSpPr>
        <p:spPr>
          <a:xfrm xmlns:a="http://schemas.openxmlformats.org/drawingml/2006/main">
            <a:off x="5659933" y="5420116"/>
            <a:ext cx="1832613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9805;p92">
            <a:extLst xmlns:a="http://schemas.openxmlformats.org/drawingml/2006/main">
              <a:ext uri="{FF2B5EF4-FFF2-40B4-BE49-F238E27FC236}">
                <a16:creationId xmlns:a16="http://schemas.microsoft.com/office/drawing/2014/main" id="{4E088F78-9567-442B-A82F-67093BBC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718" y="5050144"/>
            <a:ext cx="1538235" cy="300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spcBef>
                <a:spcPts val="0"/>
              </a:spcBef>
              <a:buNone/>
            </a:pPr>
            <a:r>
              <a:rPr sz="1400">
                <a:latin typeface="Gofteh Heavy"/>
                <a:ea typeface="Gofteh Heavy"/>
                <a:cs typeface="Gofteh Heavy"/>
              </a:rPr>
              <a:t>مدرس: </a:t>
            </a:r>
            <a:r>
              <a:rPr sz="1400">
                <a:latin typeface="Gofteh Heavy"/>
                <a:ea typeface="Gofteh Heavy"/>
                <a:cs typeface="Gofteh Heavy"/>
              </a:rPr>
              <a:t>{{INSTRUCTOR}}</a:t>
            </a:r>
          </a:p>
        </p:txBody>
      </p:sp>
      <p:pic>
        <p:nvPicPr>
          <p:cNvPr id="414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2a4855669430c"/>
          <a:srcRect xmlns:a="http://schemas.openxmlformats.org/drawingml/2006/main" l="0" t="0" r="-317" b="65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1723" y="1506997"/>
            <a:ext cx="1149055" cy="14273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834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2026-08-04T17:57:30.8350000Z</dcterms:created>
  <dcterms:modified xsi:type="dcterms:W3CDTF">2026-08-04T17:57:30.8350000Z</dcterms:modified>
</coreProperties>
</file>